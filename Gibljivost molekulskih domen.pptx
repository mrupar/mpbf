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57" r:id="rId4"/>
    <p:sldId id="264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00584-31E3-4C15-BF02-5D8156FAC323}" type="datetimeFigureOut">
              <a:rPr lang="sl-SI" smtClean="0"/>
              <a:t>14. 01. 2026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0D874-E23E-4E38-B4EA-49B96B445758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6179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0D874-E23E-4E38-B4EA-49B96B445758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41177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7F3782-81CA-62C1-4B2D-0139CDC792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/>
              <a:t>Analiza gibljivost </a:t>
            </a:r>
            <a:r>
              <a:rPr lang="sl-SI" dirty="0"/>
              <a:t>molekulskih domen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D712F21D-7290-455D-AECF-895CF25F00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Miha Rupar</a:t>
            </a:r>
          </a:p>
          <a:p>
            <a:r>
              <a:rPr lang="sl-SI" dirty="0"/>
              <a:t>Masovni podatki v </a:t>
            </a:r>
            <a:r>
              <a:rPr lang="sl-SI" dirty="0" err="1"/>
              <a:t>bioinformatiki</a:t>
            </a:r>
            <a:endParaRPr lang="sl-SI" dirty="0"/>
          </a:p>
          <a:p>
            <a:r>
              <a:rPr lang="sl-SI" dirty="0"/>
              <a:t>13.1.2025, Koper</a:t>
            </a:r>
          </a:p>
        </p:txBody>
      </p:sp>
    </p:spTree>
    <p:extLst>
      <p:ext uri="{BB962C8B-B14F-4D97-AF65-F5344CB8AC3E}">
        <p14:creationId xmlns:p14="http://schemas.microsoft.com/office/powerpoint/2010/main" val="342173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D3ED27A-A615-0DFC-7411-3178D0FB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Podatki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0F6D07D-E094-F53B-CFEB-4F9F310A3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ATLAS podatkovna baza</a:t>
            </a:r>
          </a:p>
          <a:p>
            <a:r>
              <a:rPr lang="sl-SI" dirty="0" err="1"/>
              <a:t>Bfactor</a:t>
            </a:r>
            <a:r>
              <a:rPr lang="sl-SI" dirty="0"/>
              <a:t> – meri gibljivost atomov</a:t>
            </a:r>
          </a:p>
          <a:p>
            <a:r>
              <a:rPr lang="sl-SI" dirty="0" err="1"/>
              <a:t>pLDDT</a:t>
            </a:r>
            <a:r>
              <a:rPr lang="sl-SI" dirty="0"/>
              <a:t> – </a:t>
            </a:r>
            <a:r>
              <a:rPr lang="sv-SE" dirty="0"/>
              <a:t>AlphaFoldova predvidena ocena natančnost</a:t>
            </a:r>
            <a:r>
              <a:rPr lang="sl-SI" dirty="0"/>
              <a:t>i</a:t>
            </a:r>
          </a:p>
          <a:p>
            <a:r>
              <a:rPr lang="sl-SI" dirty="0"/>
              <a:t>RMSF – koliko se posamezen atom premika skozi čas</a:t>
            </a:r>
          </a:p>
          <a:p>
            <a:r>
              <a:rPr lang="sl-SI" dirty="0"/>
              <a:t>Radij </a:t>
            </a:r>
            <a:r>
              <a:rPr lang="sl-SI" dirty="0" err="1"/>
              <a:t>giracije</a:t>
            </a:r>
            <a:r>
              <a:rPr lang="sl-SI" dirty="0"/>
              <a:t> – koliko so atomi molekule razpršeni okoli njenega težišča</a:t>
            </a:r>
          </a:p>
        </p:txBody>
      </p:sp>
    </p:spTree>
    <p:extLst>
      <p:ext uri="{BB962C8B-B14F-4D97-AF65-F5344CB8AC3E}">
        <p14:creationId xmlns:p14="http://schemas.microsoft.com/office/powerpoint/2010/main" val="154147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715612E-B9D6-1AF6-1B27-82FD08A7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korelacija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1A39166-DCDD-61B8-C3A6-2407F7DD2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  <p:pic>
        <p:nvPicPr>
          <p:cNvPr id="5" name="Slika 4" descr="Slika, ki vsebuje besede besedilo, posnetek zaslona, vzporedno, pravokotnik&#10;&#10;Vsebina, ustvarjena z UI, morda ni pravilna.">
            <a:extLst>
              <a:ext uri="{FF2B5EF4-FFF2-40B4-BE49-F238E27FC236}">
                <a16:creationId xmlns:a16="http://schemas.microsoft.com/office/drawing/2014/main" id="{A4F2F999-E282-A5B1-1EB7-128ED9109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2967"/>
            <a:ext cx="5420307" cy="4849425"/>
          </a:xfrm>
          <a:prstGeom prst="rect">
            <a:avLst/>
          </a:prstGeom>
        </p:spPr>
      </p:pic>
      <p:pic>
        <p:nvPicPr>
          <p:cNvPr id="7" name="Slika 6" descr="Slika, ki vsebuje besede besedilo, posnetek zaslona, vzporedno, pravokotnik&#10;&#10;Vsebina, ustvarjena z UI, morda ni pravilna.">
            <a:extLst>
              <a:ext uri="{FF2B5EF4-FFF2-40B4-BE49-F238E27FC236}">
                <a16:creationId xmlns:a16="http://schemas.microsoft.com/office/drawing/2014/main" id="{042CF493-6876-78E3-CDA2-19C0C1FD1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695" y="1882775"/>
            <a:ext cx="5184381" cy="463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19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5F46D6D-78C5-6950-52F7-C3020BDD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0DDD80D-C51B-F6C0-C48E-1A526744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 descr="Slika, ki vsebuje besede besedilo, diagram, grafični prikaz, vrstica&#10;&#10;Vsebina, ustvarjena z UI, morda ni pravilna.">
            <a:extLst>
              <a:ext uri="{FF2B5EF4-FFF2-40B4-BE49-F238E27FC236}">
                <a16:creationId xmlns:a16="http://schemas.microsoft.com/office/drawing/2014/main" id="{BCAB3720-F449-0339-D2A4-A8F3A67B3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3" y="0"/>
            <a:ext cx="12097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1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C4BF399-F865-2446-814B-6F5F84BD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Groba delitev po domenah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1787831-0269-224D-D20D-0104EA84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2 domeni</a:t>
            </a:r>
          </a:p>
          <a:p>
            <a:r>
              <a:rPr lang="sl-SI" dirty="0"/>
              <a:t>Večji od 100 </a:t>
            </a:r>
            <a:r>
              <a:rPr lang="sl-SI" dirty="0" err="1"/>
              <a:t>am</a:t>
            </a:r>
            <a:endParaRPr lang="sl-SI" dirty="0"/>
          </a:p>
          <a:p>
            <a:r>
              <a:rPr lang="sl-SI" dirty="0"/>
              <a:t>Število ne pomembnih (p&gt;0,05)</a:t>
            </a:r>
            <a:r>
              <a:rPr lang="en-US" dirty="0"/>
              <a:t>: </a:t>
            </a:r>
            <a:r>
              <a:rPr lang="sl-SI" dirty="0"/>
              <a:t>66</a:t>
            </a:r>
            <a:r>
              <a:rPr lang="en-US" dirty="0"/>
              <a:t> </a:t>
            </a:r>
            <a:endParaRPr lang="sl-SI" dirty="0"/>
          </a:p>
          <a:p>
            <a:r>
              <a:rPr lang="sl-SI" dirty="0"/>
              <a:t>Število pomembnih (p&lt;0,05)</a:t>
            </a:r>
            <a:r>
              <a:rPr lang="en-US" dirty="0"/>
              <a:t>: </a:t>
            </a:r>
            <a:r>
              <a:rPr lang="sl-SI" dirty="0"/>
              <a:t>55</a:t>
            </a:r>
          </a:p>
        </p:txBody>
      </p:sp>
      <p:pic>
        <p:nvPicPr>
          <p:cNvPr id="7" name="Slika 6" descr="Slika, ki vsebuje besede posnetek zaslona, besedilo, diagram, grafični prikaz&#10;&#10;Vsebina, ustvarjena z UI, morda ni pravilna.">
            <a:extLst>
              <a:ext uri="{FF2B5EF4-FFF2-40B4-BE49-F238E27FC236}">
                <a16:creationId xmlns:a16="http://schemas.microsoft.com/office/drawing/2014/main" id="{B4450C7C-5CB0-04B1-9F15-8736925A8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691" y="2084832"/>
            <a:ext cx="5353050" cy="4333875"/>
          </a:xfrm>
          <a:prstGeom prst="rect">
            <a:avLst/>
          </a:prstGeom>
        </p:spPr>
      </p:pic>
      <p:pic>
        <p:nvPicPr>
          <p:cNvPr id="5" name="Slika 4" descr="Slika, ki vsebuje besede vrstica, grafični prikaz, diagram, posnetek zaslona&#10;&#10;Vsebina, ustvarjena z UI, morda ni pravilna.">
            <a:extLst>
              <a:ext uri="{FF2B5EF4-FFF2-40B4-BE49-F238E27FC236}">
                <a16:creationId xmlns:a16="http://schemas.microsoft.com/office/drawing/2014/main" id="{AACD3ED6-FBBB-1603-7E1D-C7A1E72DF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67" y="4773169"/>
            <a:ext cx="6373691" cy="191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9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C48AF5-8EB1-1AC6-C6B8-588E87A9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Fina delitev po domenah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81E0FF5-120A-D5FA-47EF-7C33A1D7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/>
              <a:t>SCOPe/</a:t>
            </a:r>
            <a:r>
              <a:rPr lang="sl-SI" dirty="0" err="1"/>
              <a:t>MTalign</a:t>
            </a:r>
            <a:endParaRPr lang="sl-SI" dirty="0"/>
          </a:p>
          <a:p>
            <a:pPr marL="0" indent="0">
              <a:buNone/>
            </a:pPr>
            <a:r>
              <a:rPr lang="sl-SI" dirty="0"/>
              <a:t>Ideja:</a:t>
            </a:r>
            <a:br>
              <a:rPr lang="sl-SI" dirty="0"/>
            </a:br>
            <a:r>
              <a:rPr lang="sl-SI" dirty="0"/>
              <a:t>	SWORD določi domene glede na ATLAS pdb</a:t>
            </a:r>
          </a:p>
          <a:p>
            <a:pPr marL="0" indent="0">
              <a:buNone/>
            </a:pPr>
            <a:r>
              <a:rPr lang="sl-SI" dirty="0"/>
              <a:t>Windows: mogoče z </a:t>
            </a:r>
            <a:r>
              <a:rPr lang="sl-SI" dirty="0" err="1"/>
              <a:t>Docker</a:t>
            </a:r>
            <a:r>
              <a:rPr lang="sl-SI" dirty="0"/>
              <a:t> =&gt;</a:t>
            </a:r>
          </a:p>
          <a:p>
            <a:pPr marL="0" indent="0">
              <a:buNone/>
            </a:pPr>
            <a:r>
              <a:rPr lang="sl-SI" dirty="0"/>
              <a:t>Linux: podobna težava kot </a:t>
            </a:r>
            <a:r>
              <a:rPr lang="sl-SI" dirty="0" err="1"/>
              <a:t>windows</a:t>
            </a:r>
            <a:endParaRPr lang="sl-SI" dirty="0"/>
          </a:p>
        </p:txBody>
      </p:sp>
      <p:pic>
        <p:nvPicPr>
          <p:cNvPr id="7" name="Slika 6" descr="Slika, ki vsebuje besede besedilo, posnetek zaslona, programska oprema, pisava&#10;&#10;Vsebina, ustvarjena z UI, morda ni pravilna.">
            <a:extLst>
              <a:ext uri="{FF2B5EF4-FFF2-40B4-BE49-F238E27FC236}">
                <a16:creationId xmlns:a16="http://schemas.microsoft.com/office/drawing/2014/main" id="{1BEF2A17-D2D4-8F83-F589-BFEBE0E08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16265"/>
            <a:ext cx="5990152" cy="309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608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292</TotalTime>
  <Words>110</Words>
  <Application>Microsoft Office PowerPoint</Application>
  <PresentationFormat>Širokozaslonsko</PresentationFormat>
  <Paragraphs>22</Paragraphs>
  <Slides>6</Slides>
  <Notes>1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6</vt:i4>
      </vt:variant>
    </vt:vector>
  </HeadingPairs>
  <TitlesOfParts>
    <vt:vector size="11" baseType="lpstr">
      <vt:lpstr>Aptos</vt:lpstr>
      <vt:lpstr>Tw Cen MT</vt:lpstr>
      <vt:lpstr>Tw Cen MT Condensed</vt:lpstr>
      <vt:lpstr>Wingdings 3</vt:lpstr>
      <vt:lpstr>Integral</vt:lpstr>
      <vt:lpstr>Analiza gibljivost molekulskih domen</vt:lpstr>
      <vt:lpstr>Podatki</vt:lpstr>
      <vt:lpstr>korelacija</vt:lpstr>
      <vt:lpstr>PowerPointova predstavitev</vt:lpstr>
      <vt:lpstr>Groba delitev po domenah</vt:lpstr>
      <vt:lpstr>Fina delitev po domenah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 Rupar</dc:creator>
  <cp:lastModifiedBy>Miha Rupar</cp:lastModifiedBy>
  <cp:revision>5</cp:revision>
  <dcterms:created xsi:type="dcterms:W3CDTF">2026-01-13T12:14:00Z</dcterms:created>
  <dcterms:modified xsi:type="dcterms:W3CDTF">2026-01-14T08:53:45Z</dcterms:modified>
</cp:coreProperties>
</file>